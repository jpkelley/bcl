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57" r:id="rId3"/>
  </p:sldIdLst>
  <p:sldSz cx="8412163" cy="102409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816C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66" autoAdjust="0"/>
    <p:restoredTop sz="94660"/>
  </p:normalViewPr>
  <p:slideViewPr>
    <p:cSldViewPr snapToGrid="0">
      <p:cViewPr varScale="1">
        <p:scale>
          <a:sx n="70" d="100"/>
          <a:sy n="70" d="100"/>
        </p:scale>
        <p:origin x="8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30912" y="1676010"/>
            <a:ext cx="7150339" cy="3565372"/>
          </a:xfrm>
        </p:spPr>
        <p:txBody>
          <a:bodyPr anchor="b"/>
          <a:lstStyle>
            <a:lvl1pPr algn="ctr">
              <a:defRPr sz="5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51521" y="5378877"/>
            <a:ext cx="6309122" cy="2472528"/>
          </a:xfrm>
        </p:spPr>
        <p:txBody>
          <a:bodyPr/>
          <a:lstStyle>
            <a:lvl1pPr marL="0" indent="0" algn="ctr">
              <a:buNone/>
              <a:defRPr sz="2208"/>
            </a:lvl1pPr>
            <a:lvl2pPr marL="420624" indent="0" algn="ctr">
              <a:buNone/>
              <a:defRPr sz="1840"/>
            </a:lvl2pPr>
            <a:lvl3pPr marL="841248" indent="0" algn="ctr">
              <a:buNone/>
              <a:defRPr sz="1656"/>
            </a:lvl3pPr>
            <a:lvl4pPr marL="1261872" indent="0" algn="ctr">
              <a:buNone/>
              <a:defRPr sz="1472"/>
            </a:lvl4pPr>
            <a:lvl5pPr marL="1682496" indent="0" algn="ctr">
              <a:buNone/>
              <a:defRPr sz="1472"/>
            </a:lvl5pPr>
            <a:lvl6pPr marL="2103120" indent="0" algn="ctr">
              <a:buNone/>
              <a:defRPr sz="1472"/>
            </a:lvl6pPr>
            <a:lvl7pPr marL="2523744" indent="0" algn="ctr">
              <a:buNone/>
              <a:defRPr sz="1472"/>
            </a:lvl7pPr>
            <a:lvl8pPr marL="2944368" indent="0" algn="ctr">
              <a:buNone/>
              <a:defRPr sz="1472"/>
            </a:lvl8pPr>
            <a:lvl9pPr marL="3364992" indent="0" algn="ctr">
              <a:buNone/>
              <a:defRPr sz="147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713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02251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3955" y="2553132"/>
            <a:ext cx="7255491" cy="4259955"/>
          </a:xfrm>
        </p:spPr>
        <p:txBody>
          <a:bodyPr anchor="b"/>
          <a:lstStyle>
            <a:lvl1pPr>
              <a:defRPr sz="552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3955" y="6853388"/>
            <a:ext cx="7255491" cy="2240210"/>
          </a:xfrm>
        </p:spPr>
        <p:txBody>
          <a:bodyPr/>
          <a:lstStyle>
            <a:lvl1pPr marL="0" indent="0">
              <a:buNone/>
              <a:defRPr sz="2208">
                <a:solidFill>
                  <a:schemeClr val="tx1">
                    <a:tint val="82000"/>
                  </a:schemeClr>
                </a:solidFill>
              </a:defRPr>
            </a:lvl1pPr>
            <a:lvl2pPr marL="420624" indent="0">
              <a:buNone/>
              <a:defRPr sz="1840">
                <a:solidFill>
                  <a:schemeClr val="tx1">
                    <a:tint val="82000"/>
                  </a:schemeClr>
                </a:solidFill>
              </a:defRPr>
            </a:lvl2pPr>
            <a:lvl3pPr marL="841248" indent="0">
              <a:buNone/>
              <a:defRPr sz="1656">
                <a:solidFill>
                  <a:schemeClr val="tx1">
                    <a:tint val="82000"/>
                  </a:schemeClr>
                </a:solidFill>
              </a:defRPr>
            </a:lvl3pPr>
            <a:lvl4pPr marL="1261872" indent="0">
              <a:buNone/>
              <a:defRPr sz="1472">
                <a:solidFill>
                  <a:schemeClr val="tx1">
                    <a:tint val="82000"/>
                  </a:schemeClr>
                </a:solidFill>
              </a:defRPr>
            </a:lvl4pPr>
            <a:lvl5pPr marL="1682496" indent="0">
              <a:buNone/>
              <a:defRPr sz="1472">
                <a:solidFill>
                  <a:schemeClr val="tx1">
                    <a:tint val="82000"/>
                  </a:schemeClr>
                </a:solidFill>
              </a:defRPr>
            </a:lvl5pPr>
            <a:lvl6pPr marL="2103120" indent="0">
              <a:buNone/>
              <a:defRPr sz="1472">
                <a:solidFill>
                  <a:schemeClr val="tx1">
                    <a:tint val="82000"/>
                  </a:schemeClr>
                </a:solidFill>
              </a:defRPr>
            </a:lvl6pPr>
            <a:lvl7pPr marL="2523744" indent="0">
              <a:buNone/>
              <a:defRPr sz="1472">
                <a:solidFill>
                  <a:schemeClr val="tx1">
                    <a:tint val="82000"/>
                  </a:schemeClr>
                </a:solidFill>
              </a:defRPr>
            </a:lvl7pPr>
            <a:lvl8pPr marL="2944368" indent="0">
              <a:buNone/>
              <a:defRPr sz="1472">
                <a:solidFill>
                  <a:schemeClr val="tx1">
                    <a:tint val="82000"/>
                  </a:schemeClr>
                </a:solidFill>
              </a:defRPr>
            </a:lvl8pPr>
            <a:lvl9pPr marL="3364992" indent="0">
              <a:buNone/>
              <a:defRPr sz="147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76301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78336" y="2726182"/>
            <a:ext cx="3575169" cy="64977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258658" y="2726182"/>
            <a:ext cx="3575169" cy="649779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5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9432" y="545239"/>
            <a:ext cx="7255491" cy="197944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9433" y="2510459"/>
            <a:ext cx="3558739" cy="1230337"/>
          </a:xfrm>
        </p:spPr>
        <p:txBody>
          <a:bodyPr anchor="b"/>
          <a:lstStyle>
            <a:lvl1pPr marL="0" indent="0">
              <a:buNone/>
              <a:defRPr sz="2208" b="1"/>
            </a:lvl1pPr>
            <a:lvl2pPr marL="420624" indent="0">
              <a:buNone/>
              <a:defRPr sz="1840" b="1"/>
            </a:lvl2pPr>
            <a:lvl3pPr marL="841248" indent="0">
              <a:buNone/>
              <a:defRPr sz="1656" b="1"/>
            </a:lvl3pPr>
            <a:lvl4pPr marL="1261872" indent="0">
              <a:buNone/>
              <a:defRPr sz="1472" b="1"/>
            </a:lvl4pPr>
            <a:lvl5pPr marL="1682496" indent="0">
              <a:buNone/>
              <a:defRPr sz="1472" b="1"/>
            </a:lvl5pPr>
            <a:lvl6pPr marL="2103120" indent="0">
              <a:buNone/>
              <a:defRPr sz="1472" b="1"/>
            </a:lvl6pPr>
            <a:lvl7pPr marL="2523744" indent="0">
              <a:buNone/>
              <a:defRPr sz="1472" b="1"/>
            </a:lvl7pPr>
            <a:lvl8pPr marL="2944368" indent="0">
              <a:buNone/>
              <a:defRPr sz="1472" b="1"/>
            </a:lvl8pPr>
            <a:lvl9pPr marL="3364992" indent="0">
              <a:buNone/>
              <a:defRPr sz="14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79433" y="3740796"/>
            <a:ext cx="3558739" cy="55021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258658" y="2510459"/>
            <a:ext cx="3576265" cy="1230337"/>
          </a:xfrm>
        </p:spPr>
        <p:txBody>
          <a:bodyPr anchor="b"/>
          <a:lstStyle>
            <a:lvl1pPr marL="0" indent="0">
              <a:buNone/>
              <a:defRPr sz="2208" b="1"/>
            </a:lvl1pPr>
            <a:lvl2pPr marL="420624" indent="0">
              <a:buNone/>
              <a:defRPr sz="1840" b="1"/>
            </a:lvl2pPr>
            <a:lvl3pPr marL="841248" indent="0">
              <a:buNone/>
              <a:defRPr sz="1656" b="1"/>
            </a:lvl3pPr>
            <a:lvl4pPr marL="1261872" indent="0">
              <a:buNone/>
              <a:defRPr sz="1472" b="1"/>
            </a:lvl4pPr>
            <a:lvl5pPr marL="1682496" indent="0">
              <a:buNone/>
              <a:defRPr sz="1472" b="1"/>
            </a:lvl5pPr>
            <a:lvl6pPr marL="2103120" indent="0">
              <a:buNone/>
              <a:defRPr sz="1472" b="1"/>
            </a:lvl6pPr>
            <a:lvl7pPr marL="2523744" indent="0">
              <a:buNone/>
              <a:defRPr sz="1472" b="1"/>
            </a:lvl7pPr>
            <a:lvl8pPr marL="2944368" indent="0">
              <a:buNone/>
              <a:defRPr sz="1472" b="1"/>
            </a:lvl8pPr>
            <a:lvl9pPr marL="3364992" indent="0">
              <a:buNone/>
              <a:defRPr sz="147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258658" y="3740796"/>
            <a:ext cx="3576265" cy="550214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2069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2949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7521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9432" y="682731"/>
            <a:ext cx="2713142" cy="2389558"/>
          </a:xfrm>
        </p:spPr>
        <p:txBody>
          <a:bodyPr anchor="b"/>
          <a:lstStyle>
            <a:lvl1pPr>
              <a:defRPr sz="29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6265" y="1474511"/>
            <a:ext cx="4258658" cy="7277721"/>
          </a:xfrm>
        </p:spPr>
        <p:txBody>
          <a:bodyPr/>
          <a:lstStyle>
            <a:lvl1pPr>
              <a:defRPr sz="2944"/>
            </a:lvl1pPr>
            <a:lvl2pPr>
              <a:defRPr sz="2576"/>
            </a:lvl2pPr>
            <a:lvl3pPr>
              <a:defRPr sz="2208"/>
            </a:lvl3pPr>
            <a:lvl4pPr>
              <a:defRPr sz="1840"/>
            </a:lvl4pPr>
            <a:lvl5pPr>
              <a:defRPr sz="1840"/>
            </a:lvl5pPr>
            <a:lvl6pPr>
              <a:defRPr sz="1840"/>
            </a:lvl6pPr>
            <a:lvl7pPr>
              <a:defRPr sz="1840"/>
            </a:lvl7pPr>
            <a:lvl8pPr>
              <a:defRPr sz="1840"/>
            </a:lvl8pPr>
            <a:lvl9pPr>
              <a:defRPr sz="184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9432" y="3072289"/>
            <a:ext cx="2713142" cy="5691795"/>
          </a:xfrm>
        </p:spPr>
        <p:txBody>
          <a:bodyPr/>
          <a:lstStyle>
            <a:lvl1pPr marL="0" indent="0">
              <a:buNone/>
              <a:defRPr sz="1472"/>
            </a:lvl1pPr>
            <a:lvl2pPr marL="420624" indent="0">
              <a:buNone/>
              <a:defRPr sz="1288"/>
            </a:lvl2pPr>
            <a:lvl3pPr marL="841248" indent="0">
              <a:buNone/>
              <a:defRPr sz="1104"/>
            </a:lvl3pPr>
            <a:lvl4pPr marL="1261872" indent="0">
              <a:buNone/>
              <a:defRPr sz="920"/>
            </a:lvl4pPr>
            <a:lvl5pPr marL="1682496" indent="0">
              <a:buNone/>
              <a:defRPr sz="920"/>
            </a:lvl5pPr>
            <a:lvl6pPr marL="2103120" indent="0">
              <a:buNone/>
              <a:defRPr sz="920"/>
            </a:lvl6pPr>
            <a:lvl7pPr marL="2523744" indent="0">
              <a:buNone/>
              <a:defRPr sz="920"/>
            </a:lvl7pPr>
            <a:lvl8pPr marL="2944368" indent="0">
              <a:buNone/>
              <a:defRPr sz="920"/>
            </a:lvl8pPr>
            <a:lvl9pPr marL="3364992" indent="0">
              <a:buNone/>
              <a:defRPr sz="9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0525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79432" y="682731"/>
            <a:ext cx="2713142" cy="2389558"/>
          </a:xfrm>
        </p:spPr>
        <p:txBody>
          <a:bodyPr anchor="b"/>
          <a:lstStyle>
            <a:lvl1pPr>
              <a:defRPr sz="294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6265" y="1474511"/>
            <a:ext cx="4258658" cy="7277721"/>
          </a:xfrm>
        </p:spPr>
        <p:txBody>
          <a:bodyPr anchor="t"/>
          <a:lstStyle>
            <a:lvl1pPr marL="0" indent="0">
              <a:buNone/>
              <a:defRPr sz="2944"/>
            </a:lvl1pPr>
            <a:lvl2pPr marL="420624" indent="0">
              <a:buNone/>
              <a:defRPr sz="2576"/>
            </a:lvl2pPr>
            <a:lvl3pPr marL="841248" indent="0">
              <a:buNone/>
              <a:defRPr sz="2208"/>
            </a:lvl3pPr>
            <a:lvl4pPr marL="1261872" indent="0">
              <a:buNone/>
              <a:defRPr sz="1840"/>
            </a:lvl4pPr>
            <a:lvl5pPr marL="1682496" indent="0">
              <a:buNone/>
              <a:defRPr sz="1840"/>
            </a:lvl5pPr>
            <a:lvl6pPr marL="2103120" indent="0">
              <a:buNone/>
              <a:defRPr sz="1840"/>
            </a:lvl6pPr>
            <a:lvl7pPr marL="2523744" indent="0">
              <a:buNone/>
              <a:defRPr sz="1840"/>
            </a:lvl7pPr>
            <a:lvl8pPr marL="2944368" indent="0">
              <a:buNone/>
              <a:defRPr sz="1840"/>
            </a:lvl8pPr>
            <a:lvl9pPr marL="3364992" indent="0">
              <a:buNone/>
              <a:defRPr sz="184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9432" y="3072289"/>
            <a:ext cx="2713142" cy="5691795"/>
          </a:xfrm>
        </p:spPr>
        <p:txBody>
          <a:bodyPr/>
          <a:lstStyle>
            <a:lvl1pPr marL="0" indent="0">
              <a:buNone/>
              <a:defRPr sz="1472"/>
            </a:lvl1pPr>
            <a:lvl2pPr marL="420624" indent="0">
              <a:buNone/>
              <a:defRPr sz="1288"/>
            </a:lvl2pPr>
            <a:lvl3pPr marL="841248" indent="0">
              <a:buNone/>
              <a:defRPr sz="1104"/>
            </a:lvl3pPr>
            <a:lvl4pPr marL="1261872" indent="0">
              <a:buNone/>
              <a:defRPr sz="920"/>
            </a:lvl4pPr>
            <a:lvl5pPr marL="1682496" indent="0">
              <a:buNone/>
              <a:defRPr sz="920"/>
            </a:lvl5pPr>
            <a:lvl6pPr marL="2103120" indent="0">
              <a:buNone/>
              <a:defRPr sz="920"/>
            </a:lvl6pPr>
            <a:lvl7pPr marL="2523744" indent="0">
              <a:buNone/>
              <a:defRPr sz="920"/>
            </a:lvl7pPr>
            <a:lvl8pPr marL="2944368" indent="0">
              <a:buNone/>
              <a:defRPr sz="920"/>
            </a:lvl8pPr>
            <a:lvl9pPr marL="3364992" indent="0">
              <a:buNone/>
              <a:defRPr sz="92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6159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0032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019954" y="545236"/>
            <a:ext cx="1813873" cy="8678743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78337" y="545236"/>
            <a:ext cx="5336466" cy="8678743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67208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78336" y="545239"/>
            <a:ext cx="7255491" cy="19794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78336" y="2726182"/>
            <a:ext cx="7255491" cy="64977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78336" y="9491858"/>
            <a:ext cx="1892737" cy="5452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7B4DC1-61A9-4B5F-908F-A6BF40921A54}" type="datetimeFigureOut">
              <a:rPr lang="en-US" smtClean="0"/>
              <a:t>9/30/2025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86529" y="9491858"/>
            <a:ext cx="2839105" cy="5452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941090" y="9491858"/>
            <a:ext cx="1892737" cy="54523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DA0E79-2CC3-408A-912C-B8DB109E77B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376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41248" rtl="0" eaLnBrk="1" latinLnBrk="0" hangingPunct="1">
        <a:lnSpc>
          <a:spcPct val="90000"/>
        </a:lnSpc>
        <a:spcBef>
          <a:spcPct val="0"/>
        </a:spcBef>
        <a:buNone/>
        <a:defRPr sz="404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0312" indent="-210312" algn="l" defTabSz="841248" rtl="0" eaLnBrk="1" latinLnBrk="0" hangingPunct="1">
        <a:lnSpc>
          <a:spcPct val="90000"/>
        </a:lnSpc>
        <a:spcBef>
          <a:spcPts val="920"/>
        </a:spcBef>
        <a:buFont typeface="Arial" panose="020B0604020202020204" pitchFamily="34" charset="0"/>
        <a:buChar char="•"/>
        <a:defRPr sz="2576" kern="1200">
          <a:solidFill>
            <a:schemeClr val="tx1"/>
          </a:solidFill>
          <a:latin typeface="+mn-lt"/>
          <a:ea typeface="+mn-ea"/>
          <a:cs typeface="+mn-cs"/>
        </a:defRPr>
      </a:lvl1pPr>
      <a:lvl2pPr marL="630936" indent="-210312" algn="l" defTabSz="841248" rtl="0" eaLnBrk="1" latinLnBrk="0" hangingPunct="1">
        <a:lnSpc>
          <a:spcPct val="90000"/>
        </a:lnSpc>
        <a:spcBef>
          <a:spcPts val="460"/>
        </a:spcBef>
        <a:buFont typeface="Arial" panose="020B0604020202020204" pitchFamily="34" charset="0"/>
        <a:buChar char="•"/>
        <a:defRPr sz="2208" kern="1200">
          <a:solidFill>
            <a:schemeClr val="tx1"/>
          </a:solidFill>
          <a:latin typeface="+mn-lt"/>
          <a:ea typeface="+mn-ea"/>
          <a:cs typeface="+mn-cs"/>
        </a:defRPr>
      </a:lvl2pPr>
      <a:lvl3pPr marL="1051560" indent="-210312" algn="l" defTabSz="841248" rtl="0" eaLnBrk="1" latinLnBrk="0" hangingPunct="1">
        <a:lnSpc>
          <a:spcPct val="90000"/>
        </a:lnSpc>
        <a:spcBef>
          <a:spcPts val="460"/>
        </a:spcBef>
        <a:buFont typeface="Arial" panose="020B0604020202020204" pitchFamily="34" charset="0"/>
        <a:buChar char="•"/>
        <a:defRPr sz="1840" kern="1200">
          <a:solidFill>
            <a:schemeClr val="tx1"/>
          </a:solidFill>
          <a:latin typeface="+mn-lt"/>
          <a:ea typeface="+mn-ea"/>
          <a:cs typeface="+mn-cs"/>
        </a:defRPr>
      </a:lvl3pPr>
      <a:lvl4pPr marL="1472184" indent="-210312" algn="l" defTabSz="841248" rtl="0" eaLnBrk="1" latinLnBrk="0" hangingPunct="1">
        <a:lnSpc>
          <a:spcPct val="90000"/>
        </a:lnSpc>
        <a:spcBef>
          <a:spcPts val="460"/>
        </a:spcBef>
        <a:buFont typeface="Arial" panose="020B0604020202020204" pitchFamily="34" charset="0"/>
        <a:buChar char="•"/>
        <a:defRPr sz="1656" kern="1200">
          <a:solidFill>
            <a:schemeClr val="tx1"/>
          </a:solidFill>
          <a:latin typeface="+mn-lt"/>
          <a:ea typeface="+mn-ea"/>
          <a:cs typeface="+mn-cs"/>
        </a:defRPr>
      </a:lvl4pPr>
      <a:lvl5pPr marL="1892808" indent="-210312" algn="l" defTabSz="841248" rtl="0" eaLnBrk="1" latinLnBrk="0" hangingPunct="1">
        <a:lnSpc>
          <a:spcPct val="90000"/>
        </a:lnSpc>
        <a:spcBef>
          <a:spcPts val="460"/>
        </a:spcBef>
        <a:buFont typeface="Arial" panose="020B0604020202020204" pitchFamily="34" charset="0"/>
        <a:buChar char="•"/>
        <a:defRPr sz="1656" kern="1200">
          <a:solidFill>
            <a:schemeClr val="tx1"/>
          </a:solidFill>
          <a:latin typeface="+mn-lt"/>
          <a:ea typeface="+mn-ea"/>
          <a:cs typeface="+mn-cs"/>
        </a:defRPr>
      </a:lvl5pPr>
      <a:lvl6pPr marL="2313432" indent="-210312" algn="l" defTabSz="841248" rtl="0" eaLnBrk="1" latinLnBrk="0" hangingPunct="1">
        <a:lnSpc>
          <a:spcPct val="90000"/>
        </a:lnSpc>
        <a:spcBef>
          <a:spcPts val="460"/>
        </a:spcBef>
        <a:buFont typeface="Arial" panose="020B0604020202020204" pitchFamily="34" charset="0"/>
        <a:buChar char="•"/>
        <a:defRPr sz="1656" kern="1200">
          <a:solidFill>
            <a:schemeClr val="tx1"/>
          </a:solidFill>
          <a:latin typeface="+mn-lt"/>
          <a:ea typeface="+mn-ea"/>
          <a:cs typeface="+mn-cs"/>
        </a:defRPr>
      </a:lvl6pPr>
      <a:lvl7pPr marL="2734056" indent="-210312" algn="l" defTabSz="841248" rtl="0" eaLnBrk="1" latinLnBrk="0" hangingPunct="1">
        <a:lnSpc>
          <a:spcPct val="90000"/>
        </a:lnSpc>
        <a:spcBef>
          <a:spcPts val="460"/>
        </a:spcBef>
        <a:buFont typeface="Arial" panose="020B0604020202020204" pitchFamily="34" charset="0"/>
        <a:buChar char="•"/>
        <a:defRPr sz="1656" kern="1200">
          <a:solidFill>
            <a:schemeClr val="tx1"/>
          </a:solidFill>
          <a:latin typeface="+mn-lt"/>
          <a:ea typeface="+mn-ea"/>
          <a:cs typeface="+mn-cs"/>
        </a:defRPr>
      </a:lvl7pPr>
      <a:lvl8pPr marL="3154680" indent="-210312" algn="l" defTabSz="841248" rtl="0" eaLnBrk="1" latinLnBrk="0" hangingPunct="1">
        <a:lnSpc>
          <a:spcPct val="90000"/>
        </a:lnSpc>
        <a:spcBef>
          <a:spcPts val="460"/>
        </a:spcBef>
        <a:buFont typeface="Arial" panose="020B0604020202020204" pitchFamily="34" charset="0"/>
        <a:buChar char="•"/>
        <a:defRPr sz="1656" kern="1200">
          <a:solidFill>
            <a:schemeClr val="tx1"/>
          </a:solidFill>
          <a:latin typeface="+mn-lt"/>
          <a:ea typeface="+mn-ea"/>
          <a:cs typeface="+mn-cs"/>
        </a:defRPr>
      </a:lvl8pPr>
      <a:lvl9pPr marL="3575304" indent="-210312" algn="l" defTabSz="841248" rtl="0" eaLnBrk="1" latinLnBrk="0" hangingPunct="1">
        <a:lnSpc>
          <a:spcPct val="90000"/>
        </a:lnSpc>
        <a:spcBef>
          <a:spcPts val="460"/>
        </a:spcBef>
        <a:buFont typeface="Arial" panose="020B0604020202020204" pitchFamily="34" charset="0"/>
        <a:buChar char="•"/>
        <a:defRPr sz="1656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1pPr>
      <a:lvl2pPr marL="420624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2pPr>
      <a:lvl3pPr marL="841248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3pPr>
      <a:lvl4pPr marL="1261872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4pPr>
      <a:lvl5pPr marL="1682496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5pPr>
      <a:lvl6pPr marL="2103120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6pPr>
      <a:lvl7pPr marL="2523744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7pPr>
      <a:lvl8pPr marL="2944368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8pPr>
      <a:lvl9pPr marL="3364992" algn="l" defTabSz="841248" rtl="0" eaLnBrk="1" latinLnBrk="0" hangingPunct="1">
        <a:defRPr sz="1656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F25927B9-9990-17DF-70D1-AF7B36581686}"/>
              </a:ext>
            </a:extLst>
          </p:cNvPr>
          <p:cNvSpPr/>
          <p:nvPr/>
        </p:nvSpPr>
        <p:spPr>
          <a:xfrm>
            <a:off x="4510414" y="1798220"/>
            <a:ext cx="1452443" cy="186781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E89E7BB-7ACE-A35D-8FA4-A674DC19FEB1}"/>
              </a:ext>
            </a:extLst>
          </p:cNvPr>
          <p:cNvSpPr/>
          <p:nvPr/>
        </p:nvSpPr>
        <p:spPr>
          <a:xfrm>
            <a:off x="2599879" y="1798219"/>
            <a:ext cx="1926975" cy="1841476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lab mission</a:t>
            </a:r>
          </a:p>
          <a:p>
            <a:endParaRPr lang="en-US" b="1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[pale blue background and black text]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22379703-7F2C-FAAA-946B-1765BEAAA94B}"/>
              </a:ext>
            </a:extLst>
          </p:cNvPr>
          <p:cNvSpPr/>
          <p:nvPr/>
        </p:nvSpPr>
        <p:spPr>
          <a:xfrm>
            <a:off x="952504" y="1774173"/>
            <a:ext cx="1384215" cy="139513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circ_log.png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E8176A-DB40-525D-90B1-0331AEAC3B4D}"/>
              </a:ext>
            </a:extLst>
          </p:cNvPr>
          <p:cNvSpPr txBox="1"/>
          <p:nvPr/>
        </p:nvSpPr>
        <p:spPr>
          <a:xfrm>
            <a:off x="983434" y="1166625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home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1B6FCED-6BD7-86F9-FE5E-03F8CB0B6BB4}"/>
              </a:ext>
            </a:extLst>
          </p:cNvPr>
          <p:cNvSpPr txBox="1"/>
          <p:nvPr/>
        </p:nvSpPr>
        <p:spPr>
          <a:xfrm>
            <a:off x="2350450" y="1166625"/>
            <a:ext cx="119988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people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DD51D76-A63D-4200-D0FD-A4980470E6A2}"/>
              </a:ext>
            </a:extLst>
          </p:cNvPr>
          <p:cNvSpPr txBox="1"/>
          <p:nvPr/>
        </p:nvSpPr>
        <p:spPr>
          <a:xfrm>
            <a:off x="3699670" y="1175550"/>
            <a:ext cx="908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projects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213654-94DC-1FF1-44EB-2C64804C19B1}"/>
              </a:ext>
            </a:extLst>
          </p:cNvPr>
          <p:cNvSpPr txBox="1"/>
          <p:nvPr/>
        </p:nvSpPr>
        <p:spPr>
          <a:xfrm>
            <a:off x="6722437" y="1170286"/>
            <a:ext cx="86671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contact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BF394BC-E6EF-F32A-64C6-C2C436660F71}"/>
              </a:ext>
            </a:extLst>
          </p:cNvPr>
          <p:cNvSpPr/>
          <p:nvPr/>
        </p:nvSpPr>
        <p:spPr>
          <a:xfrm>
            <a:off x="2350452" y="1508066"/>
            <a:ext cx="829225" cy="4571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AC6BA3-B0E7-9256-A423-DA4962B2456B}"/>
              </a:ext>
            </a:extLst>
          </p:cNvPr>
          <p:cNvSpPr/>
          <p:nvPr/>
        </p:nvSpPr>
        <p:spPr>
          <a:xfrm>
            <a:off x="4790012" y="2047666"/>
            <a:ext cx="2728570" cy="138721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collag.png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E352368-F2DD-7298-444C-F979EC97B04A}"/>
              </a:ext>
            </a:extLst>
          </p:cNvPr>
          <p:cNvSpPr/>
          <p:nvPr/>
        </p:nvSpPr>
        <p:spPr>
          <a:xfrm>
            <a:off x="5126978" y="3778315"/>
            <a:ext cx="2318951" cy="224957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latest_graphic.png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40587D-398D-ECC6-A764-8BD23248CCF9}"/>
              </a:ext>
            </a:extLst>
          </p:cNvPr>
          <p:cNvSpPr/>
          <p:nvPr/>
        </p:nvSpPr>
        <p:spPr>
          <a:xfrm>
            <a:off x="777081" y="572546"/>
            <a:ext cx="6858000" cy="48842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long_logo.png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4A91692-4A87-4617-F2C2-4A49463CAA52}"/>
              </a:ext>
            </a:extLst>
          </p:cNvPr>
          <p:cNvSpPr txBox="1"/>
          <p:nvPr/>
        </p:nvSpPr>
        <p:spPr>
          <a:xfrm>
            <a:off x="5128438" y="1170286"/>
            <a:ext cx="128932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publications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2BA9EB8-C3A8-F2C0-D5BB-2EDC08F64C2F}"/>
              </a:ext>
            </a:extLst>
          </p:cNvPr>
          <p:cNvSpPr/>
          <p:nvPr/>
        </p:nvSpPr>
        <p:spPr>
          <a:xfrm>
            <a:off x="777081" y="8869762"/>
            <a:ext cx="6810924" cy="488429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Address and copyright information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02E68A0-F56E-417F-D307-A1FF41D5FD00}"/>
              </a:ext>
            </a:extLst>
          </p:cNvPr>
          <p:cNvSpPr txBox="1"/>
          <p:nvPr/>
        </p:nvSpPr>
        <p:spPr>
          <a:xfrm>
            <a:off x="765302" y="6192486"/>
            <a:ext cx="17790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recent projects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13DB83F-5A1A-BC61-CA16-E4A54780DE80}"/>
              </a:ext>
            </a:extLst>
          </p:cNvPr>
          <p:cNvSpPr/>
          <p:nvPr/>
        </p:nvSpPr>
        <p:spPr>
          <a:xfrm>
            <a:off x="839499" y="6601267"/>
            <a:ext cx="2099113" cy="18582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project 1 intro text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62364BA-F1A3-8008-3491-5E7632A4683F}"/>
              </a:ext>
            </a:extLst>
          </p:cNvPr>
          <p:cNvSpPr/>
          <p:nvPr/>
        </p:nvSpPr>
        <p:spPr>
          <a:xfrm>
            <a:off x="980360" y="7259053"/>
            <a:ext cx="1852044" cy="1074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proj01.png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ECC0E30-CA4C-34B6-CAAC-748BABE6736C}"/>
              </a:ext>
            </a:extLst>
          </p:cNvPr>
          <p:cNvSpPr/>
          <p:nvPr/>
        </p:nvSpPr>
        <p:spPr>
          <a:xfrm>
            <a:off x="3144745" y="6601267"/>
            <a:ext cx="2099113" cy="18582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project 2 intro text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4F6904F-85BE-D040-6547-48CD37E735C9}"/>
              </a:ext>
            </a:extLst>
          </p:cNvPr>
          <p:cNvSpPr/>
          <p:nvPr/>
        </p:nvSpPr>
        <p:spPr>
          <a:xfrm>
            <a:off x="3288637" y="7259053"/>
            <a:ext cx="1852044" cy="1074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proj02.png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7E64663-31F2-4A48-68C4-3792DF2E90AA}"/>
              </a:ext>
            </a:extLst>
          </p:cNvPr>
          <p:cNvSpPr/>
          <p:nvPr/>
        </p:nvSpPr>
        <p:spPr>
          <a:xfrm>
            <a:off x="5449992" y="6601267"/>
            <a:ext cx="2099113" cy="185826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dirty="0">
                <a:solidFill>
                  <a:schemeClr val="tx1"/>
                </a:solidFill>
              </a:rPr>
              <a:t>project 3 intro text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D1E8962-7169-E22F-17C5-180F7E1F44E5}"/>
              </a:ext>
            </a:extLst>
          </p:cNvPr>
          <p:cNvSpPr/>
          <p:nvPr/>
        </p:nvSpPr>
        <p:spPr>
          <a:xfrm>
            <a:off x="5573524" y="7269031"/>
            <a:ext cx="1852044" cy="1074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proj03.png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A29DB68-1526-0551-30CE-82FEABD29334}"/>
              </a:ext>
            </a:extLst>
          </p:cNvPr>
          <p:cNvSpPr/>
          <p:nvPr/>
        </p:nvSpPr>
        <p:spPr>
          <a:xfrm>
            <a:off x="839497" y="3791851"/>
            <a:ext cx="4044618" cy="2234657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b="1" dirty="0">
                <a:solidFill>
                  <a:schemeClr val="tx1"/>
                </a:solidFill>
              </a:rPr>
              <a:t>latest lab news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[white background and black text]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BBBCE53-FC86-FD6C-7740-28E62AC1F56D}"/>
              </a:ext>
            </a:extLst>
          </p:cNvPr>
          <p:cNvCxnSpPr/>
          <p:nvPr/>
        </p:nvCxnSpPr>
        <p:spPr>
          <a:xfrm>
            <a:off x="839497" y="6152318"/>
            <a:ext cx="670960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E6E49E86-9436-C3F6-FC97-33052C82CF72}"/>
              </a:ext>
            </a:extLst>
          </p:cNvPr>
          <p:cNvSpPr/>
          <p:nvPr/>
        </p:nvSpPr>
        <p:spPr>
          <a:xfrm>
            <a:off x="1071910" y="3283187"/>
            <a:ext cx="298192" cy="2278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199923A-D101-0D42-F0A9-3AB00316924A}"/>
              </a:ext>
            </a:extLst>
          </p:cNvPr>
          <p:cNvSpPr/>
          <p:nvPr/>
        </p:nvSpPr>
        <p:spPr>
          <a:xfrm>
            <a:off x="2035818" y="3294959"/>
            <a:ext cx="298192" cy="2278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6B3113A-6F5B-1F52-7F59-0A825B103349}"/>
              </a:ext>
            </a:extLst>
          </p:cNvPr>
          <p:cNvSpPr/>
          <p:nvPr/>
        </p:nvSpPr>
        <p:spPr>
          <a:xfrm>
            <a:off x="1553864" y="3290955"/>
            <a:ext cx="298192" cy="227896"/>
          </a:xfrm>
          <a:prstGeom prst="rect">
            <a:avLst/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3844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9E06C5-BE53-D562-9734-03DEE1FB2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roup 51">
            <a:extLst>
              <a:ext uri="{FF2B5EF4-FFF2-40B4-BE49-F238E27FC236}">
                <a16:creationId xmlns:a16="http://schemas.microsoft.com/office/drawing/2014/main" id="{D3A91A80-ED01-A398-417E-B8BB70D3967E}"/>
              </a:ext>
            </a:extLst>
          </p:cNvPr>
          <p:cNvGrpSpPr/>
          <p:nvPr/>
        </p:nvGrpSpPr>
        <p:grpSpPr>
          <a:xfrm>
            <a:off x="384676" y="430644"/>
            <a:ext cx="7937645" cy="9459372"/>
            <a:chOff x="384676" y="430644"/>
            <a:chExt cx="7937645" cy="9459372"/>
          </a:xfrm>
        </p:grpSpPr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EBA7DF46-EC90-C00D-8DFE-0CF00F0F281C}"/>
                </a:ext>
              </a:extLst>
            </p:cNvPr>
            <p:cNvSpPr/>
            <p:nvPr/>
          </p:nvSpPr>
          <p:spPr>
            <a:xfrm>
              <a:off x="839008" y="1415988"/>
              <a:ext cx="7467600" cy="445933"/>
            </a:xfrm>
            <a:prstGeom prst="rect">
              <a:avLst/>
            </a:prstGeom>
            <a:noFill/>
            <a:ln w="28575">
              <a:solidFill>
                <a:srgbClr val="D816CA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6DA26F65-79CE-57C2-93A6-727117E158C7}"/>
                </a:ext>
              </a:extLst>
            </p:cNvPr>
            <p:cNvSpPr/>
            <p:nvPr/>
          </p:nvSpPr>
          <p:spPr>
            <a:xfrm>
              <a:off x="5319355" y="573827"/>
              <a:ext cx="2640661" cy="73201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5258ED5-D26F-FE8D-05C0-8CEEEDB633A5}"/>
                </a:ext>
              </a:extLst>
            </p:cNvPr>
            <p:cNvSpPr/>
            <p:nvPr/>
          </p:nvSpPr>
          <p:spPr>
            <a:xfrm>
              <a:off x="4896273" y="1966481"/>
              <a:ext cx="1452443" cy="186781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sz="1600" dirty="0">
                <a:solidFill>
                  <a:schemeClr val="tx1"/>
                </a:solidFill>
              </a:endParaRPr>
            </a:p>
          </p:txBody>
        </p:sp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D94C4733-26A2-698E-6873-D2139C1054B3}"/>
                </a:ext>
              </a:extLst>
            </p:cNvPr>
            <p:cNvSpPr txBox="1"/>
            <p:nvPr/>
          </p:nvSpPr>
          <p:spPr>
            <a:xfrm>
              <a:off x="1141817" y="1418732"/>
              <a:ext cx="63190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home</a:t>
              </a:r>
            </a:p>
          </p:txBody>
        </p:sp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D507E64D-DF23-6BAE-EC08-F03213309F73}"/>
                </a:ext>
              </a:extLst>
            </p:cNvPr>
            <p:cNvSpPr txBox="1"/>
            <p:nvPr/>
          </p:nvSpPr>
          <p:spPr>
            <a:xfrm>
              <a:off x="2103891" y="1419131"/>
              <a:ext cx="119988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people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F25B81CB-B2B1-1723-4055-EB2630D54B29}"/>
                </a:ext>
              </a:extLst>
            </p:cNvPr>
            <p:cNvSpPr txBox="1"/>
            <p:nvPr/>
          </p:nvSpPr>
          <p:spPr>
            <a:xfrm>
              <a:off x="3193390" y="1413727"/>
              <a:ext cx="81791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projects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0C39BD60-7787-C0C6-2545-F4EFFB9A681C}"/>
                </a:ext>
              </a:extLst>
            </p:cNvPr>
            <p:cNvSpPr txBox="1"/>
            <p:nvPr/>
          </p:nvSpPr>
          <p:spPr>
            <a:xfrm>
              <a:off x="5629717" y="1409558"/>
              <a:ext cx="78348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contact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1BF3272-FAB6-7D2E-A0F9-869FD5BA1305}"/>
                </a:ext>
              </a:extLst>
            </p:cNvPr>
            <p:cNvSpPr/>
            <p:nvPr/>
          </p:nvSpPr>
          <p:spPr>
            <a:xfrm>
              <a:off x="2103893" y="1760570"/>
              <a:ext cx="829225" cy="45719"/>
            </a:xfrm>
            <a:prstGeom prst="rect">
              <a:avLst/>
            </a:prstGeom>
            <a:solidFill>
              <a:schemeClr val="bg1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CB989998-9695-0F63-747F-11FEA6C52DA9}"/>
                </a:ext>
              </a:extLst>
            </p:cNvPr>
            <p:cNvSpPr txBox="1"/>
            <p:nvPr/>
          </p:nvSpPr>
          <p:spPr>
            <a:xfrm>
              <a:off x="4206081" y="1407646"/>
              <a:ext cx="1151854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dirty="0"/>
                <a:t>publications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930E1208-839E-0320-2F5D-51B289665579}"/>
                </a:ext>
              </a:extLst>
            </p:cNvPr>
            <p:cNvSpPr/>
            <p:nvPr/>
          </p:nvSpPr>
          <p:spPr>
            <a:xfrm>
              <a:off x="1219129" y="9018638"/>
              <a:ext cx="6810924" cy="488429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>
                  <a:solidFill>
                    <a:schemeClr val="tx1"/>
                  </a:solidFill>
                </a:rPr>
                <a:t>Address and copyright information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CB34CAF-5161-5800-BF84-20A2ED4E8B30}"/>
                </a:ext>
              </a:extLst>
            </p:cNvPr>
            <p:cNvSpPr txBox="1"/>
            <p:nvPr/>
          </p:nvSpPr>
          <p:spPr>
            <a:xfrm>
              <a:off x="1151159" y="6443876"/>
              <a:ext cx="1601592" cy="33855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600" b="1" dirty="0"/>
                <a:t>recent projects</a:t>
              </a:r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65078631-F97D-C811-14EE-E5A4488AD4C4}"/>
                </a:ext>
              </a:extLst>
            </p:cNvPr>
            <p:cNvSpPr/>
            <p:nvPr/>
          </p:nvSpPr>
          <p:spPr>
            <a:xfrm>
              <a:off x="1225358" y="6852658"/>
              <a:ext cx="2099113" cy="185826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</a:rPr>
                <a:t>project 1 intro text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3690CED5-8764-8519-ED02-18AA11B3D8A5}"/>
                </a:ext>
              </a:extLst>
            </p:cNvPr>
            <p:cNvSpPr/>
            <p:nvPr/>
          </p:nvSpPr>
          <p:spPr>
            <a:xfrm>
              <a:off x="1366219" y="7510444"/>
              <a:ext cx="1852044" cy="107466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proj01.png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006B5D9-978C-843F-3412-69B4D6EB34D9}"/>
                </a:ext>
              </a:extLst>
            </p:cNvPr>
            <p:cNvSpPr/>
            <p:nvPr/>
          </p:nvSpPr>
          <p:spPr>
            <a:xfrm>
              <a:off x="3530604" y="6852658"/>
              <a:ext cx="2099113" cy="185826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</a:rPr>
                <a:t>project 2 intro text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4CE0CD36-5F9A-E123-4124-091159CCBA6A}"/>
                </a:ext>
              </a:extLst>
            </p:cNvPr>
            <p:cNvSpPr/>
            <p:nvPr/>
          </p:nvSpPr>
          <p:spPr>
            <a:xfrm>
              <a:off x="3674496" y="7510444"/>
              <a:ext cx="1852044" cy="107466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proj02.png</a:t>
              </a:r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1F4B2EFB-B96D-F9C9-D644-4445AA61BEBB}"/>
                </a:ext>
              </a:extLst>
            </p:cNvPr>
            <p:cNvSpPr/>
            <p:nvPr/>
          </p:nvSpPr>
          <p:spPr>
            <a:xfrm>
              <a:off x="5835851" y="6852658"/>
              <a:ext cx="2099113" cy="1858262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dirty="0">
                  <a:solidFill>
                    <a:schemeClr val="tx1"/>
                  </a:solidFill>
                </a:rPr>
                <a:t>project 3 intro text</a:t>
              </a:r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FAA1074D-AF61-851A-0566-4A89ACC0C439}"/>
                </a:ext>
              </a:extLst>
            </p:cNvPr>
            <p:cNvSpPr/>
            <p:nvPr/>
          </p:nvSpPr>
          <p:spPr>
            <a:xfrm>
              <a:off x="5959383" y="7520422"/>
              <a:ext cx="1852044" cy="107466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proj03.png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29CC2024-C44B-1F10-FA7B-41C2673DFEFF}"/>
                </a:ext>
              </a:extLst>
            </p:cNvPr>
            <p:cNvSpPr/>
            <p:nvPr/>
          </p:nvSpPr>
          <p:spPr>
            <a:xfrm>
              <a:off x="1225356" y="4043242"/>
              <a:ext cx="5123358" cy="2234657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sz="1600" b="1" dirty="0">
                  <a:solidFill>
                    <a:schemeClr val="tx1"/>
                  </a:solidFill>
                </a:rPr>
                <a:t>latest lab news</a:t>
              </a:r>
            </a:p>
            <a:p>
              <a:endParaRPr lang="en-US" sz="1600" dirty="0">
                <a:solidFill>
                  <a:schemeClr val="tx1"/>
                </a:solidFill>
              </a:endParaRPr>
            </a:p>
            <a:p>
              <a:r>
                <a:rPr lang="en-US" sz="1600" dirty="0">
                  <a:solidFill>
                    <a:schemeClr val="tx1"/>
                  </a:solidFill>
                </a:rPr>
                <a:t>[white background and black text]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A20CE0F0-B4CD-AD2D-34FE-023AB3F714A3}"/>
                </a:ext>
              </a:extLst>
            </p:cNvPr>
            <p:cNvSpPr/>
            <p:nvPr/>
          </p:nvSpPr>
          <p:spPr>
            <a:xfrm>
              <a:off x="6916321" y="1497506"/>
              <a:ext cx="298192" cy="22789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98DBED60-C22A-413F-6142-B6FB997394A7}"/>
                </a:ext>
              </a:extLst>
            </p:cNvPr>
            <p:cNvSpPr/>
            <p:nvPr/>
          </p:nvSpPr>
          <p:spPr>
            <a:xfrm>
              <a:off x="7880229" y="1484226"/>
              <a:ext cx="298192" cy="22789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D7DEEA3F-E5B9-1D11-6C1E-71A3EF73B05C}"/>
                </a:ext>
              </a:extLst>
            </p:cNvPr>
            <p:cNvSpPr/>
            <p:nvPr/>
          </p:nvSpPr>
          <p:spPr>
            <a:xfrm>
              <a:off x="7398275" y="1480222"/>
              <a:ext cx="298192" cy="227896"/>
            </a:xfrm>
            <a:prstGeom prst="rect">
              <a:avLst/>
            </a:prstGeom>
            <a:solidFill>
              <a:srgbClr val="FF00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600"/>
            </a:p>
          </p:txBody>
        </p:sp>
        <p:pic>
          <p:nvPicPr>
            <p:cNvPr id="12" name="Picture 11" descr="A colorful bird with a long beak&#10;&#10;AI-generated content may be incorrect.">
              <a:extLst>
                <a:ext uri="{FF2B5EF4-FFF2-40B4-BE49-F238E27FC236}">
                  <a16:creationId xmlns:a16="http://schemas.microsoft.com/office/drawing/2014/main" id="{DFE37724-F97D-7F4C-0C4F-B99699EA97D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91759" y="2078096"/>
              <a:ext cx="1653155" cy="1653155"/>
            </a:xfrm>
            <a:prstGeom prst="rect">
              <a:avLst/>
            </a:prstGeom>
          </p:spPr>
        </p:pic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2950633-5CEC-7BA8-1DD5-41FD79A6BF7D}"/>
                </a:ext>
              </a:extLst>
            </p:cNvPr>
            <p:cNvSpPr/>
            <p:nvPr/>
          </p:nvSpPr>
          <p:spPr>
            <a:xfrm>
              <a:off x="5082813" y="4227269"/>
              <a:ext cx="2728570" cy="1912909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600" dirty="0"/>
                <a:t>latest_graphic.png</a:t>
              </a:r>
            </a:p>
          </p:txBody>
        </p:sp>
        <p:pic>
          <p:nvPicPr>
            <p:cNvPr id="14" name="Picture 13" descr="A silhouette of a bird&#10;&#10;AI-generated content may be incorrect.">
              <a:extLst>
                <a:ext uri="{FF2B5EF4-FFF2-40B4-BE49-F238E27FC236}">
                  <a16:creationId xmlns:a16="http://schemas.microsoft.com/office/drawing/2014/main" id="{2D86C6C1-9208-25FD-04A7-D4B73F47B87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84052" y="620149"/>
              <a:ext cx="3868425" cy="592353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6523AB07-EA70-6C4F-0AB3-7A0D2D794D16}"/>
                </a:ext>
              </a:extLst>
            </p:cNvPr>
            <p:cNvSpPr txBox="1"/>
            <p:nvPr/>
          </p:nvSpPr>
          <p:spPr>
            <a:xfrm>
              <a:off x="5329507" y="677309"/>
              <a:ext cx="270054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tx2">
                      <a:lumMod val="50000"/>
                      <a:lumOff val="50000"/>
                    </a:schemeClr>
                  </a:solidFill>
                </a:rPr>
                <a:t>BEHAVIORAL COMPLEXITY LAB</a:t>
              </a:r>
            </a:p>
            <a:p>
              <a:r>
                <a:rPr lang="en-US" sz="1400" dirty="0"/>
                <a:t>University of Wyoming</a:t>
              </a:r>
            </a:p>
          </p:txBody>
        </p:sp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68ACA337-7FAD-D870-7AA7-A627EC508970}"/>
                </a:ext>
              </a:extLst>
            </p:cNvPr>
            <p:cNvGrpSpPr/>
            <p:nvPr/>
          </p:nvGrpSpPr>
          <p:grpSpPr>
            <a:xfrm>
              <a:off x="2985738" y="1966481"/>
              <a:ext cx="4825691" cy="1884619"/>
              <a:chOff x="1834577" y="1722804"/>
              <a:chExt cx="4825691" cy="1884619"/>
            </a:xfrm>
          </p:grpSpPr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3E843E1B-2E9F-6337-3403-DCE934C92876}"/>
                  </a:ext>
                </a:extLst>
              </p:cNvPr>
              <p:cNvSpPr/>
              <p:nvPr/>
            </p:nvSpPr>
            <p:spPr>
              <a:xfrm>
                <a:off x="1834577" y="1722804"/>
                <a:ext cx="1926975" cy="1884619"/>
              </a:xfrm>
              <a:prstGeom prst="rect">
                <a:avLst/>
              </a:prstGeom>
              <a:solidFill>
                <a:schemeClr val="accent6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en-US" sz="1600" b="1" dirty="0">
                    <a:solidFill>
                      <a:schemeClr val="tx1"/>
                    </a:solidFill>
                  </a:rPr>
                  <a:t>lab mission</a:t>
                </a:r>
              </a:p>
              <a:p>
                <a:endParaRPr lang="en-US" sz="1600" b="1" dirty="0">
                  <a:solidFill>
                    <a:schemeClr val="tx1"/>
                  </a:solidFill>
                </a:endParaRPr>
              </a:p>
              <a:p>
                <a:r>
                  <a:rPr lang="en-US" sz="1600" dirty="0">
                    <a:solidFill>
                      <a:schemeClr val="tx1"/>
                    </a:solidFill>
                  </a:rPr>
                  <a:t>[pale blue background and black text]</a:t>
                </a:r>
              </a:p>
            </p:txBody>
          </p:sp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DF9BF412-5B62-185B-AD43-B72F0B17D504}"/>
                  </a:ext>
                </a:extLst>
              </p:cNvPr>
              <p:cNvSpPr/>
              <p:nvPr/>
            </p:nvSpPr>
            <p:spPr>
              <a:xfrm>
                <a:off x="3931698" y="1885592"/>
                <a:ext cx="2728570" cy="138721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collag.png</a:t>
                </a:r>
              </a:p>
            </p:txBody>
          </p:sp>
        </p:grpSp>
        <p:sp>
          <p:nvSpPr>
            <p:cNvPr id="36" name="Rectangle 35">
              <a:extLst>
                <a:ext uri="{FF2B5EF4-FFF2-40B4-BE49-F238E27FC236}">
                  <a16:creationId xmlns:a16="http://schemas.microsoft.com/office/drawing/2014/main" id="{F21C7E87-18A9-63C3-AAC5-FFE59A61425D}"/>
                </a:ext>
              </a:extLst>
            </p:cNvPr>
            <p:cNvSpPr/>
            <p:nvPr/>
          </p:nvSpPr>
          <p:spPr>
            <a:xfrm>
              <a:off x="840660" y="3962893"/>
              <a:ext cx="7467600" cy="2401697"/>
            </a:xfrm>
            <a:prstGeom prst="rect">
              <a:avLst/>
            </a:prstGeom>
            <a:noFill/>
            <a:ln w="28575">
              <a:solidFill>
                <a:srgbClr val="D816CA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5617BE4B-6618-7260-1C2D-C0F3A7700F7D}"/>
                </a:ext>
              </a:extLst>
            </p:cNvPr>
            <p:cNvSpPr/>
            <p:nvPr/>
          </p:nvSpPr>
          <p:spPr>
            <a:xfrm>
              <a:off x="840660" y="6441895"/>
              <a:ext cx="7467600" cy="2369594"/>
            </a:xfrm>
            <a:prstGeom prst="rect">
              <a:avLst/>
            </a:prstGeom>
            <a:noFill/>
            <a:ln w="28575">
              <a:solidFill>
                <a:srgbClr val="D816CA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4EED41ED-B3FD-3136-F5BB-C899940C3B01}"/>
                </a:ext>
              </a:extLst>
            </p:cNvPr>
            <p:cNvSpPr/>
            <p:nvPr/>
          </p:nvSpPr>
          <p:spPr>
            <a:xfrm>
              <a:off x="840660" y="8888795"/>
              <a:ext cx="7467600" cy="1001221"/>
            </a:xfrm>
            <a:prstGeom prst="rect">
              <a:avLst/>
            </a:prstGeom>
            <a:noFill/>
            <a:ln w="28575">
              <a:solidFill>
                <a:srgbClr val="D816CA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24CCE148-5428-6975-685E-719E54F70051}"/>
                </a:ext>
              </a:extLst>
            </p:cNvPr>
            <p:cNvSpPr/>
            <p:nvPr/>
          </p:nvSpPr>
          <p:spPr>
            <a:xfrm>
              <a:off x="840660" y="1909321"/>
              <a:ext cx="7467600" cy="1990995"/>
            </a:xfrm>
            <a:prstGeom prst="rect">
              <a:avLst/>
            </a:prstGeom>
            <a:noFill/>
            <a:ln w="28575">
              <a:solidFill>
                <a:srgbClr val="D816CA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D61686FD-3BD0-CECC-9C1B-6EB98015C66B}"/>
                </a:ext>
              </a:extLst>
            </p:cNvPr>
            <p:cNvSpPr/>
            <p:nvPr/>
          </p:nvSpPr>
          <p:spPr>
            <a:xfrm>
              <a:off x="854721" y="430644"/>
              <a:ext cx="7467600" cy="912855"/>
            </a:xfrm>
            <a:prstGeom prst="rect">
              <a:avLst/>
            </a:prstGeom>
            <a:noFill/>
            <a:ln w="28575">
              <a:solidFill>
                <a:srgbClr val="D816CA"/>
              </a:solidFill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0377FA8B-06AD-FB2C-5BD8-AC7FA5F983D7}"/>
                </a:ext>
              </a:extLst>
            </p:cNvPr>
            <p:cNvSpPr txBox="1"/>
            <p:nvPr/>
          </p:nvSpPr>
          <p:spPr>
            <a:xfrm>
              <a:off x="434907" y="599596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D816CA"/>
                  </a:solidFill>
                </a:rPr>
                <a:t>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DBBBA737-016A-73F8-03E3-335F97B820DF}"/>
                </a:ext>
              </a:extLst>
            </p:cNvPr>
            <p:cNvSpPr txBox="1"/>
            <p:nvPr/>
          </p:nvSpPr>
          <p:spPr>
            <a:xfrm>
              <a:off x="419038" y="2677957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D816CA"/>
                  </a:solidFill>
                </a:rPr>
                <a:t>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C74D1054-6C78-1A50-9122-E8C841AB7B21}"/>
                </a:ext>
              </a:extLst>
            </p:cNvPr>
            <p:cNvSpPr txBox="1"/>
            <p:nvPr/>
          </p:nvSpPr>
          <p:spPr>
            <a:xfrm>
              <a:off x="411521" y="4889648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D816CA"/>
                  </a:solidFill>
                </a:rPr>
                <a:t>4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0605807-8794-116E-F465-52BE80C4673F}"/>
                </a:ext>
              </a:extLst>
            </p:cNvPr>
            <p:cNvSpPr txBox="1"/>
            <p:nvPr/>
          </p:nvSpPr>
          <p:spPr>
            <a:xfrm>
              <a:off x="384676" y="7520422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D816CA"/>
                  </a:solidFill>
                </a:rPr>
                <a:t>5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FB525824-4969-142C-8208-861CDEFAA383}"/>
                </a:ext>
              </a:extLst>
            </p:cNvPr>
            <p:cNvSpPr txBox="1"/>
            <p:nvPr/>
          </p:nvSpPr>
          <p:spPr>
            <a:xfrm>
              <a:off x="389083" y="9158572"/>
              <a:ext cx="349776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b="1" dirty="0">
                  <a:solidFill>
                    <a:srgbClr val="D816CA"/>
                  </a:solidFill>
                </a:rPr>
                <a:t>6</a:t>
              </a: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04A80724-4574-375F-66F2-D93D4F2E00E6}"/>
                </a:ext>
              </a:extLst>
            </p:cNvPr>
            <p:cNvSpPr txBox="1"/>
            <p:nvPr/>
          </p:nvSpPr>
          <p:spPr>
            <a:xfrm>
              <a:off x="452068" y="1415988"/>
              <a:ext cx="349776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>
                  <a:solidFill>
                    <a:srgbClr val="D816CA"/>
                  </a:solidFill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00556005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1316</TotalTime>
  <Words>142</Words>
  <Application>Microsoft Office PowerPoint</Application>
  <PresentationFormat>Custom</PresentationFormat>
  <Paragraphs>52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Patrick Kelley</dc:creator>
  <cp:lastModifiedBy>Patrick Kelley</cp:lastModifiedBy>
  <cp:revision>5</cp:revision>
  <cp:lastPrinted>2025-09-25T19:36:51Z</cp:lastPrinted>
  <dcterms:created xsi:type="dcterms:W3CDTF">2025-09-22T23:47:28Z</dcterms:created>
  <dcterms:modified xsi:type="dcterms:W3CDTF">2025-09-30T18:33:33Z</dcterms:modified>
</cp:coreProperties>
</file>